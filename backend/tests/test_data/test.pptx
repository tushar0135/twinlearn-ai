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function that calls itself.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recursive function needs a base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