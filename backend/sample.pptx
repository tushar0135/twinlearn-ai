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Recursion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programming technique where a function calls itself.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Every recursive function needs a base case.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Recursive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function calls itself with a smaller problem.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